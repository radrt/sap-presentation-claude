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21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Deschidere. Brief intern, nu vânzare.
Parcurgem: ce este Claude Code, vocabularul (MCP, Skills, Subagents, CLAUDE.md), ce face bine, unde eșuează, comenzile de bază.
Audiența e de engineeri. Scopul e înțelegere comună, nu evangelizare.
Durata: ~15-20 min cu discuție. Pauze după slide-urile de concepte (MCP, Skills, Subagents) — sunt cele mai dense.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Aici este un loop complet, de la prompt la diff verificat.
Pe terminalul din dreapta: un singur prompt („adaugă paginare"), fișiere modificate, teste rulate, gata pentru commit. Ăsta e round-trip-ul — intenție → schimbare verificată. Asta înseamnă „agentic" (detalii pe slide 3).
Binarul se cheamă `claude`. Produsul poartă numele modelului.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Definiția simplă: agent = scop + tool-uri + autonomie să itereze.
Cele patru etape (Understand → Plan → Act → Verify) sunt un model mental, nu taxonomie oficială. Pe task-uri reale, bucla se execută de mai multe ori — încearcă, vede că-i lipsește context, mai citește, re-planifică.
Permisiunile limitează autonomia: cere aprobare înainte de acțiuni semnificative (rulare comenzi, editări). Tu rămâi la butoane.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Glosar. Următoarele slide-uri detaliază fiecare concept.
Ordinea în care apar în practică:
• CLAUDE.md — din prima sesiune
• MCP — când vrei acces la sisteme externe
• Skills — când apar pattern-uri repetitive
• Subagents — avansat, pentru izolat task-uri mari
Prioritate: CLAUDE.md e primul de configurat într-un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referință. Nu de parcurs în detaliu — e pentru când cineva întreabă „unde pun X".
CLAUDE.md — rădăcina repo-ului, commit-at, auto-încărcat la fiecare sesiune. Docs recomandă sub 200 de linii — peste, e urmărit mai puțin consistent.
Ierarhia (se concatenează, tier mai specific câștigă):
1. ~/.claude/CLAUDE.md — global
2. CLAUDE.md — proiect
3. CLAUDE.local.md — personal, gitignored
AGENTS.md nu e citit direct. Dacă există, se importă cu `@AGENTS.md` în CLAUDE.md.
.claude/ conține skills/, agents/, rules/, settings.json. Auto memory (v2.1.59+) e accesibilă prin /memory.
Comanda `/init` generează un CLAUDE.md de bază.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e standard deschis — nu specific Anthropic. Cursor, OpenAI și altele îl suportă. Un server definit o dată, folosit de mai mulți clienți.
Server-ul expune tool-uri + acces la date dintr-un sistem extern. Claude le invocă în sesiune.
Servere publice relevante: GitHub, Jira, Notion, Linear, Sentry, Datadog, AWS, Postgres. Registry oficial cu lista completă.
Permisiuni: prima folosire într-o sesiune cere aprobare, restul rulează pe aceeași aprobare.
Primul experiment util: GitHub sau Jira — câștig imediat („listează PR-urile mele", „ce ticket-uri am").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— spec deschis „Agent Skills", finalul lui 2025. Funcționează peste Claude.ai, Claude Code, API.
Invocare automată: Claude citește descrierile la start, încarcă skill-ul când prompt-ul se potrivește cu description-ul. Formularea description-ului contează.
Utile pentru proceduri recurente:
• Checklist de creare PR
• Procedura de deploy pentru un serviciu
• Reguli de security review
• Pattern de scriere teste
Diferența față de CLAUDE.md:
• CLAUDE.md — context permanent, fiecare sesiune
• Skills — on-demand, doar când sunt relevante
Locații: `.claude/skills/` (proiect, partajat) sau `~/.claude/skills/` (personal).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rezolvată: izolarea contextului. Task-uri cu mult output intermediar (review, explorare, căutări) ar umple thread-ul principal. Un subagent rulează separat, returnează doar sumarul.
Exemplu tipic: security review. Subagentul explorează codul, identifică probleme, răspunde cu un sumar. Thread-ul rămâne curat.
Built-in:
• Explore — căutare read-only
• Plan — cules context în Plan Mode
• general-purpose — explorare + modificare
Custom: markdown cu YAML frontmatter în `.claude/agents/`. Câmpul `allowed-tools` restrânge tool-urile per agent.
Paralelism: pot rula mai mulți simultan, coordonați de agentul principal.
Ordinea practică de adoptare: CLAUDE.md → MCP → prompting bun → Skills → Subagents. Ultimele două sunt avansate.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Categorii frecvente. Fiecare poate avea demo separat dacă întreabă cineva.
Risc mic (bune ca prim contact):
• Explain code — read-only
• Fix bugs — scope focalizat, verificabil
Risc mare (review atent):
• Refactor — poate atinge zeci de fișiere
• Git ops — verifică staged și mesajul de commit înainte să lași comanda să ruleze
Refactor-ul multi-file e unde valoarea e cea mai vizibilă — ex: redenumirea unui concept consistent în tot codebase-ul.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Bucla din slide 3, aplicată pe un task concret.
Timing tipic:
• Understand + Plan — secunde, câteva file reads
• Act — majoritatea timpului, depinde de scope
• Verify — automat dacă există teste rapide
Dacă planul de la etapa 2 nu e bun, Ctrl+C și reformulare. Fără ceremonie.
Procesul e observabil step-by-step — util pentru debugging când ceva iese prost. Dacă verify eșuează, vezi la ce etapă și cu ce context s-a greșit.
Demo live posibil aici — task mic pe un proiect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Același agent, interfețe diferite. Alegerea depinde de workflow.
• Terminal CLI — toate feature-urile
• VS Code — diff viewer integrat, @-mentions
• JetBrains — plugin similar (IntelliJ, PyCharm, WebStorm)
• Desktop — macOS/Windows nativ
• Web (claude.ai/code) — cloud, fără setup local. Bun pentru task-uri lungi în background
• Mobile — iOS (oct 2025), Android (mar 2026)
GitHub Actions — singurul non-interactiv. Invocat prin tag `@claude` în PR-uri/issues. Util pentru automatizare.
Toate împart același cont și configurare: aceleași skills, MCP servers, CLAUDE.md.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Trei tipologii frecvente.
Ce au în comun prompturile de pe slide: descriu rezultate + constraint-uri specifice (fișiere, pattern-uri, erori concrete). Nu descriu pași de execuție.
Ordinea de încercat (ascendent în risc):
1. Understand — read-only, zero risk
2. Fix bug — scope focalizat, verificabil prin teste
3. Build feature — modificări multiple, review atent al diff-ului
Regula de prompting e vizibilă în exemple: referință la cod existent și la pattern-uri deja în proiect. „Adaugă paginare" e vag. Exemplele de pe slide sunt specifice — de asta funcționează.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referință. Nu de parcurs comandă cu comandă — util post-sesiune.
Cele două folosite zilnic:
• /clear — reset când se trece la task nou
• Shift+Tab — ciclează prin permission modes (Normal → Auto-Accept → Plan)
Restul, când devin relevante:
• /compact — rezumă history, păstrează firul
• /memory — vede și editează memoria auto-salvată
• `claude -p "..."` — non-interactiv, pentru scripts și CI
• `--permission-mode acceptEdits` — auto-aprobă modificări de fișiere
• `@file` — referință la un fișier în prompt (ex: „explică @src/auth.ts")
Plain English funcționează singur. Astea sunt shortcut-uri pentru folosire frecventă.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Închidere + discuție.
Pași pentru cineva care începe azi:
1. Instalare (docs.claude.com)
2. Scrierea unui CLAUDE.md pentru proiectul principal — convenții, comenzi uzuale, pattern-uri
3. Un task concret: explicare modul, fix la un bug, sau adăugare test
Pentru echipă (follow-up):
• Ce MCP servers se potrivesc cu workflow-ul nostru (GitHub, Jira)
• Unde discutăm experiența (canal dedicat?)
• Ce pattern-uri repetitive ar putea deveni Skills partajate
Resurse oficiale: docs.claude.com/en/docs/claude-code. Changelog: /en/release-notes/claude-code. Exemple de skills: github.com/anthropics/skills.
Întrebări.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onestitate. Niciuna dintre limitări nu e blocantă; toate sunt gestionabile cu review atent.
Context dropped — sesiuni lungi, fișiere mari, zeci de tool calls. Claude poate uita o decizie luată la început. Mitigare: /clear, /compact, @file.
Plausible but wrong — cel mai insidios. Codul compilează, testele trec, dar comportamentul e greșit. Apare când API-ul real diferă de ce presupune. Mitigare: docs oficiale + rulări concrete, nu doar lint.
Hidden state — variabile de mediu, feature flags, convenții ne-scrise, API-uri externe. Dacă task-ul depinde de ele, le spui explicit: „backend-ul așteaptă camelCase", „feature flag X e on în prod".
Own the diff — regula de bază. Claude e contributor, nu owner. Read each hunk. Green CI ≠ corect.
Alte limitări (matematică, rază, latență) sunt contextuale. Menționate la întrebări, dacă apar.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64592" cy="164592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572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BRIEF  —  CLAUDE CODE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coding,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02920" y="23317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i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in your terminal.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02920" y="33832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 overview for the team — what Claude Code is, the key concepts (MCP, Skills, Subagents), what it does well, and the commands you'll actually use.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4617720"/>
            <a:ext cx="8138160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0" y="4709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claude.com/code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Claude Code?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Anthropic's agentic coding assistant. It reads your codebase, reasons over it, and works across files, tools, and terminals — through natural language.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you want. Claude Code plans the approach, writes the code, runs the tests, and verifies the result.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74920" y="1691640"/>
            <a:ext cx="3566160" cy="283464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74920" y="1691640"/>
            <a:ext cx="3566160" cy="32004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84648" y="1783080"/>
            <a:ext cx="128016" cy="12801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85816" y="1783080"/>
            <a:ext cx="128016" cy="12801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86984" y="1783080"/>
            <a:ext cx="128016" cy="12801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7465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~/my-app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57800" y="2148840"/>
            <a:ext cx="32004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pagination to the users endpoint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routes/users.js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Updating controller + adding tests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Running test suite... 14 passed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Pagination added. Ready to commit?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—  THE CORE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does "agentic" mean?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has a goal, access to tools, and the autonomy to plan, act, observe the result, and keep going until the task is done.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783080" y="2926080"/>
            <a:ext cx="1005840" cy="0"/>
          </a:xfrm>
          <a:prstGeom prst="line">
            <a:avLst/>
          </a:prstGeom>
          <a:noFill/>
          <a:ln w="19050">
            <a:solidFill>
              <a:srgbClr val="CC785C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931920" y="2926080"/>
            <a:ext cx="1005840" cy="0"/>
          </a:xfrm>
          <a:prstGeom prst="line">
            <a:avLst/>
          </a:prstGeom>
          <a:noFill/>
          <a:ln w="19050">
            <a:solidFill>
              <a:srgbClr val="CC7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080760" y="2926080"/>
            <a:ext cx="1005840" cy="0"/>
          </a:xfrm>
          <a:prstGeom prst="line">
            <a:avLst/>
          </a:prstGeom>
          <a:noFill/>
          <a:ln w="19050">
            <a:solidFill>
              <a:srgbClr val="CC78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22960" y="2468880"/>
            <a:ext cx="914400" cy="914400"/>
          </a:xfrm>
          <a:prstGeom prst="ellipse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743200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" y="3520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720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build context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71800" y="2468880"/>
            <a:ext cx="914400" cy="914400"/>
          </a:xfrm>
          <a:prstGeom prst="ellipse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274320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180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743200" y="3520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260604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approach, pick tools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120640" y="2468880"/>
            <a:ext cx="914400" cy="914400"/>
          </a:xfrm>
          <a:prstGeom prst="ellipse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27432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12064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4892040" y="3520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75488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code, run commands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269480" y="2468880"/>
            <a:ext cx="914400" cy="914400"/>
          </a:xfrm>
          <a:prstGeom prst="ellipse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74320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6948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040880" y="3520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690372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tests, check output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320040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repeat until done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TERMINOLOGY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building blocks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concepts come up constantly. Knowing them unlocks most of the power-user features.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6596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1945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188720" y="242316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58952" y="2697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standard for connecting Claude to external tools and data — Google Drive, Jira, Slack, databases, or your own internal APIs.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17720" y="196596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196596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219456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303520" y="242316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folders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873752" y="2697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packets of expertise. A folder with a SKILL.md file teaches Claude how to do a specific task. Claude auto-loads them when relevant.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2920" y="342900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2920" y="342900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65760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Subagents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18872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helpers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758952" y="41605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agents spun up from the main session. Each gets its own tools and focus — useful for parallel work and narrow, repeated tasks.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617720" y="342900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17720" y="342900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3657600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30352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30352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873752" y="41605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 file at your project root. Claude reads it at the start of every session — the place for project conventions, do's and don'ts.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PROJECT FILES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Files Claude reads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configured through markdown files. CLAUDE.md is the main one; the .claude/ folder holds everything else.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45720" cy="603504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51560" y="21762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root, committed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85800" y="23591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memory file. Conventions, commands, gotchas. Auto-loaded every session.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2633472"/>
            <a:ext cx="45720" cy="603504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791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2633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CLAUDE.local.md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51560" y="28895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root, gitignored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685800" y="30723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personal notes for this repo. Appended after CLAUDE.md — wins on conflicts.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3346704"/>
            <a:ext cx="45720" cy="603504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9242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51560" y="3346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~/.claude/CLAUDE.md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051560" y="360273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directory, global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685800" y="37856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preferences applied across every project you open.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02920" y="4059936"/>
            <a:ext cx="45720" cy="603504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105656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51560" y="40599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051560" y="43159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root, committed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685800" y="44988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skills/, agents/, rules/, settings.json. The whole team-shared config.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892040" y="1920240"/>
            <a:ext cx="3749040" cy="269748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892040" y="1920240"/>
            <a:ext cx="3749040" cy="32004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074920" y="19751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 view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074920" y="23774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your-repo/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CLAUDE.md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main memory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CLAUDE.local.md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personal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AGENTS.md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not read (import it)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.claude/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skills/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custom skills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agents/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subagents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rules/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path-scoped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settings.json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perms, hooks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~/.claude/CLAUDE.md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global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502920" y="46451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order: global → project → local. Later files win on conflicts. All are concatenated, not replaced.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—  CONCEPT · MCP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— plug in tools &amp;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 is an open standard for plugging external tools and data into Claude.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MCP server exposes one system's tools and data. Claude connects to it and can read, write, and act — without leaving your session.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1693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803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148840" y="2880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design docs and notes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00984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3264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148840" y="3264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messages and threads</a:t>
            </a:r>
            <a:endParaRPr lang="en-US" sz="11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8503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8680" y="36484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2148840" y="36484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update tickets</a:t>
            </a:r>
            <a:endParaRPr lang="en-US" sz="11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69080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40325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2148840" y="40325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your database safely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4892040" y="1920240"/>
            <a:ext cx="3749040" cy="269748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4892040" y="1920240"/>
            <a:ext cx="3749040" cy="32004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001768" y="2011680"/>
            <a:ext cx="128016" cy="12801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202936" y="2011680"/>
            <a:ext cx="128016" cy="12801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404104" y="2011680"/>
            <a:ext cx="128016" cy="12801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15000" y="197510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→ use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5074920" y="23774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 mcp add github ...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Connected to GitHub MCP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List open PRs assigned to me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Fetching from GitHub MCP...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Found 3 open PRs. Opening them.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—  CONCEPT · SKILLS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— reusable expertise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with a SKILL.md file teaches Claude how to do a specific task. Claude loads it automatically when the prompt matches.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1993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677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 folder with SKILL.md into .claude/skills/ — personal or project-level.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852928"/>
            <a:ext cx="457200" cy="457200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" y="31089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frontmatter gives it a name and tells Claude when to use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694176"/>
            <a:ext cx="457200" cy="457200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invokes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prompt matches the description, Claude loads the skill and follows it.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92040" y="1920240"/>
            <a:ext cx="3749040" cy="269748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92040" y="1920240"/>
            <a:ext cx="3749040" cy="32004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19751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74920" y="23774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pdf-extractor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Extracts text and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tables from PDFs. Use when the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 mentions PDFs or forms.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PDF Extractor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scripts/extract.py to parse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PDFs and return structured data.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—  CONCEPT · SUBAGENTS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Subagents — scoped helpers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agents spun off from the main session. Each gets its own tools, its own focus, and runs in parallel.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45720" cy="77724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65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work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585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multiple narrow tasks at once — review, test, and scan at the same time.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862072"/>
            <a:ext cx="45720" cy="77724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62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Narrow focus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subagent keeps its own context, so the main thread stays uncluttered.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758184"/>
            <a:ext cx="45720" cy="77724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7581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Scoped tools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each subagent only the tools it needs — a reviewer doesn't need Bash.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2011680"/>
            <a:ext cx="2286000" cy="64008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2203704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053328" y="20848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agent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53328" y="23500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orchestrates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720840" y="2651760"/>
            <a:ext cx="0" cy="201168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17820" y="2852928"/>
            <a:ext cx="2615184" cy="0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17820" y="2852928"/>
            <a:ext cx="0" cy="301752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25412" y="2852928"/>
            <a:ext cx="0" cy="301752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33004" y="2852928"/>
            <a:ext cx="0" cy="301752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00600" y="3154680"/>
            <a:ext cx="12344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154680"/>
            <a:ext cx="1234440" cy="4572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3264408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code-reviewer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73752" y="3538728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Grep, Read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108192" y="3154680"/>
            <a:ext cx="12344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108192" y="3154680"/>
            <a:ext cx="1234440" cy="4572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81344" y="3264408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test-runner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181344" y="3538728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Bash, Read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415784" y="3154680"/>
            <a:ext cx="12344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415784" y="3154680"/>
            <a:ext cx="1234440" cy="4572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488936" y="3264408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security-scan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488936" y="3538728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Grep, Read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— 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can do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categories of work people hand to Claude Code. You review the diff before it lands.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21671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267712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21671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features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across files, writes code and tests, runs the suite.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46120" y="19659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47288" y="21671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2267712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069080" y="21671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bugs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447288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stack trace, traces the cause, proposes a patch.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89320" y="19659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90488" y="21671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267712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812280" y="21671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Refactor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190488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Renames, restructures, or extracts across many files at once.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" y="33375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5387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639312"/>
            <a:ext cx="301752" cy="3017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25880" y="3538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&amp; run tests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704088" y="4114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tests, runs the suite, iterates on failures.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246120" y="33375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447288" y="35387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872" y="3639312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069080" y="3538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 code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447288" y="4114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 unfamiliar system and walks you through it.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989320" y="33375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90488" y="35387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2" y="3639312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812280" y="3538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Handle Git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6190488" y="4114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commits, resolves conflicts, opens PRs.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—  IN ACTION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loop, on a real task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ask: "Add rate limiting to our API." Here's how Claude Code works through 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8138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685800" cy="658368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71600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71600" y="217627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middleware/ and routes/api/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71600" y="23591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Found 3 endpoints; Express + custom auth middleware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651760"/>
            <a:ext cx="8138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2651760"/>
            <a:ext cx="685800" cy="658368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65176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27249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71600" y="29077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express-rate-limit: 100 req/min per IP.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371600" y="309067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shared config; apply to all /api/* routes; cover with tests.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383280"/>
            <a:ext cx="8138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383280"/>
            <a:ext cx="685800" cy="658368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8328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71600" y="3456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371600" y="363931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Created middleware/rateLimit.js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371600" y="38221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Wired into app.js; added tests in test/rateLimit.test.js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4114800"/>
            <a:ext cx="8138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2920" y="4114800"/>
            <a:ext cx="685800" cy="658368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11480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371600" y="4187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371600" y="43708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Running test suite... 23/23 passed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371600" y="455371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Done. Open a PR, or keep iterating?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—  SURFACES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runs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surface that fits your workflow — the same agent, different front ends.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5603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Terminal CLI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full-featured agent at the command line.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46120" y="19202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488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74720" y="25603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 Code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7472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diffs, @-mentions, plan review in the editor.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89320" y="19202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4884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25603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JetBrains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21792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IntelliJ, PyCharm, WebStorm — diff viewer and context sharing.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02920" y="32918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5204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31520" y="39319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Desktop app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731520" y="4206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macOS and Windows app with a Code tab.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3246120" y="32918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35204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474720" y="39319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&amp; mobile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3474720" y="4206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claude.ai/code — long tasks, parallel runs, no local setup.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5989320" y="32918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520440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217920" y="39319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Actions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6217920" y="4206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@claude in issues and PRs; automate review and triage.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— 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you'd actually use it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813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914400" cy="96012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0020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00200" y="16916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feature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1984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565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"Add GET /users/:id returning name, email, created_at. Match the error-handling in routes/posts.js. Include tests."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00200" y="22585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across files, writes code + tests, runs the suite, reports what changed.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670048"/>
            <a:ext cx="813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2670048"/>
            <a:ext cx="914400" cy="96012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670048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00200" y="276148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a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05409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565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"Startup throws 'Cannot read property X of undefined' from services/auth.ts:42. Find the cause and fix it."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00200" y="332841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the error, reads the relevant modules, proposes a fix, and verifies.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739896"/>
            <a:ext cx="813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739896"/>
            <a:ext cx="914400" cy="96012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739896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600200" y="383133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 code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412394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565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"Walk me through auth end-to-end. Start at the login endpoint; call out the token validation path."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00200" y="439826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the system, summarizes the flow, and points at the key entry points.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—  COMMANDS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Essential commands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use Claude Code with plain English only. These shortcuts just make everyday sessions faster.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697480" cy="265176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20240"/>
            <a:ext cx="2697480" cy="50292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029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SESSION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2128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Slash commands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25603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29443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94436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history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332841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332841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371246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11680" y="371246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changes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09651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11680" y="40965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commands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46120" y="1920240"/>
            <a:ext cx="2697480" cy="265176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46120" y="1920240"/>
            <a:ext cx="2697480" cy="50292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2029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29000" y="22128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Shortcuts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29000" y="2560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25603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modes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29000" y="29443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54880" y="294436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29000" y="332841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 Esc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32841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Rewind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29000" y="371246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371246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 file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429000" y="409651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0" y="40965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shell command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89320" y="1920240"/>
            <a:ext cx="2697480" cy="265176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989320" y="1920240"/>
            <a:ext cx="2697480" cy="50292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72200" y="2029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STARTUP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172200" y="22128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 flags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172200" y="2560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-c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498080" y="25603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previous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72200" y="29443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"..."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498080" y="294436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One-shot, no prompt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332841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--model opus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498080" y="332841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model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172200" y="371246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--permission-mode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98080" y="371246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edits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72200" y="409651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498080" y="40965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flags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02920" y="46451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/clear and Shift+Tab — the two you'll use most often.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B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64592" cy="164592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57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 —  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the overview.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237744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and discussion.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3703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docs.claude.com/en/docs/claude-code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0" y="3703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docs.claude.com/en/release-notes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4617720"/>
            <a:ext cx="8138160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—  LIMITATIONS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falls short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failure modes makes you faster at catching them. Always read the diff.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96596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1945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188720" y="242316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details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58952" y="2697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sessions and huge files strain the context window; earlier details get dropped. Reset with /clear, trim with /compact, point with @.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17720" y="196596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7720" y="196596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219456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303520" y="242316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but wrong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873752" y="2697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thin, Claude still answers assertively. Verify behavior and APIs — not just that the code compiles.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2920" y="342900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2920" y="342900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65760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Hidden state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18872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to the code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758952" y="41605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APIs, runtime config, feature flags, and team conventions don't live in the code. Point Claude at them explicitly.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617720" y="342900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17720" y="342900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3657600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30352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30352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diff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873752" y="41605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can pass on wrong code; commit messages can misstate intent. Read every hunk before merging — Claude is a contributor, not an owner.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— team brief</dc:title>
  <dc:subject>PptxGenJS Presentation</dc:subject>
  <dc:creator>Architecture</dc:creator>
  <cp:lastModifiedBy>Architecture</cp:lastModifiedBy>
  <cp:revision>1</cp:revision>
  <dcterms:created xsi:type="dcterms:W3CDTF">2026-04-17T09:29:26Z</dcterms:created>
  <dcterms:modified xsi:type="dcterms:W3CDTF">2026-04-17T09:29:26Z</dcterms:modified>
</cp:coreProperties>
</file>